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Character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Enemy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Power-Up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Collectible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Platform Tiles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Challenge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Blank Level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62D"/>
                </a:solidFill>
              </a:defRPr>
            </a:pPr>
            <a:r>
              <a:t>Pitch and Playtest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1430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36576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7947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6172200"/>
            <a:ext cx="2011680" cy="2103120"/>
          </a:xfrm>
          <a:prstGeom prst="roundRect">
            <a:avLst/>
          </a:prstGeom>
          <a:solidFill>
            <a:srgbClr val="F7FB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23D"/>
                </a:solidFill>
              </a:defRPr>
            </a:pPr>
            <a:r>
              <a:t>Card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