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0_youtube_thumbnail_puppet_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Build a Platformer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Jump. Build. Collect. Create Your Own World.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0_youtube_thumbnail_puppet_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Today You Are Game Designers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You will make a hero, build levels, create rewards, sketch sprites, and pitch your game.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0_youtube_thumbnail_puppet_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Lux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AI helps. People create. Ask a grown-up first.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0_youtube_thumbnail_puppet_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7 Mission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Anatomy, Hero, Tutorial, Challenge, Power-Ups, Sprites, Pitch.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2_mission_1_platformer_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Mission 1: 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Find the hero, platforms, danger, rewards, and goal.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2_mission_1_platformer_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Activity: Spot the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Look at a game level and label the parts.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3_mission_2_design_you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Mission 2: Design Your 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Create a hero with a mission and personality.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3_mission_2_design_you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Hero Power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Pick one fair power that makes the game fun.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4_mission_3_level_1_tuto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Mission 3: Level 1 Tutorial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Teach the player how to move and win.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4_mission_3_level_1_tuto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Tutorial Level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Start easy. Show the path. Add one tiny challenge.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5_mission_4_level_2_challe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Mission 4: Level 2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Make it harder, but keep it fair.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5_mission_4_level_2_challe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Challenge Ideas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Moving platforms, spikes, enemies, secrets, and rewards.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6_mission_5_powerups_collecti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Mission 5: Power-Ups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Design helpful items and collectibles.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6_mission_5_powerups_collecti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Power-Up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Make them useful, fair, easy to understand, and fun.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7_mission_6_sprite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Mission 6: Sprite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Draw characters, enemies, items, and animation frames.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7_mission_6_sprite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Sprite Tip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Small pictures can show big personality.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8_mission_7_game_pi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Mission 7: Game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Tell people what your game is and why it is fun.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8_mission_7_game_pi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30-Second Pitch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Title, hero, goal, challenge, power-up, feeling.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8_mission_7_game_pi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Playtest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Watch a friend play. Notice what is fun and what is confusing.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8_mission_7_game_pi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Improve One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Great games get better after testing.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0_youtube_thumbnail_puppet_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Final Project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Hero, 2 levels, power-ups, sprites, pitch, playtest notes.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0_youtube_thumbnail_puppet_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You Did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You are a Platformer Creator!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0_youtube_thumbnail_puppet_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Teacher Pause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Give students 3 minutes to finish this page.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0_youtube_thumbnail_puppet_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Partner 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Tell a partner your favorite idea.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0_youtube_thumbnail_puppet_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Kind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Say: I like... I wonder... What if...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0_youtube_thumbnail_puppet_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AI Helper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Make 5 safe, silly power-up ideas for a platformer about ____.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0_youtube_thumbnail_puppet_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Family 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Show your game blueprint at home.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0_youtube_thumbnail_puppet_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Draw Level 3 or build a digital version with grown-up help.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0_youtube_thumbnail_puppet_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Can students explain their game clearly?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0_youtube_thumbnail_puppet_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Celebrate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Every idea can become a better idea.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0_youtube_thumbnail_puppet_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Credits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Lux AI Kids Creator Academy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0_youtube_thumbnail_puppet_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Next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Puzzle Game Lab or Story Game Adventure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0_youtube_thumbnail_puppet_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Finish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Imagine it. Build it. Play it. Share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0_youtube_thumbnail_puppet_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02920"/>
            <a:ext cx="525780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00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Reminder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D23F"/>
                </a:solidFill>
              </a:defRPr>
            </a:pPr>
            <a:r>
              <a:t>AI helps. People create.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897880"/>
            <a:ext cx="11155680" cy="502920"/>
          </a:xfrm>
          <a:prstGeom prst="roundRect">
            <a:avLst/>
          </a:prstGeom>
          <a:solidFill>
            <a:srgbClr val="0A2C53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Build a Platformer Game - Slide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