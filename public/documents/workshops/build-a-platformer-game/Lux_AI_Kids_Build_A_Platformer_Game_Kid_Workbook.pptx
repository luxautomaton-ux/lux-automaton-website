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Build a Platformer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Name: ____________________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Mission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Check off each mission as you finish.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Platformer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Hero + Move + Challenge + Reward +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Game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Spot the platformer parts.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Choose Your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Pick your theme.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Hero Character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Name, power, mission, and drawing.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Hero Power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Choose one fun and fair 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Level 1: Tutorial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Draw a level that teaches players.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Level 1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Make it clear and welcoming.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Level 2: Challenge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Make it harder but fair.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Obstacle 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Create fun challenges.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Power-Ups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Draw helpful rewards.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Sprite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Draw frame-by-frame sprites.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World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Design tiles and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AI Helper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Ask safely. Make it your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Game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Put the whole game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Game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Share your big idea.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Playtest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Test. Learn. Improve.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Final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Ready to share?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07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223D"/>
                </a:solidFill>
              </a:defRPr>
            </a:pPr>
            <a:r>
              <a:t>Platformer Creator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4495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79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4807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3504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1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7086600"/>
            <a:ext cx="64922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00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2511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647E"/>
                </a:solidFill>
              </a:defRPr>
            </a:pPr>
            <a:r>
              <a:t>Write or draw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