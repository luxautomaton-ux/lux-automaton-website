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CUT-OUT GAME RECIPE CARDS</a:t>
            </a:r>
          </a:p>
        </p:txBody>
      </p:sp>
      <p:pic>
        <p:nvPicPr>
          <p:cNvPr id="4" name="Picture 3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051560"/>
            <a:ext cx="3246120" cy="342900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9D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28803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600" b="1">
                <a:solidFill>
                  <a:srgbClr val="FF9D19"/>
                </a:solidFill>
                <a:latin typeface="Comic Neue"/>
              </a:rPr>
              <a:t>CHARACTER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39"/>
            <a:ext cx="269748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14213D"/>
                </a:solidFill>
                <a:latin typeface="Liberation Sans"/>
              </a:rPr>
              <a:t>Who do you play?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39"/>
            <a:ext cx="2423160" cy="123444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C9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1051560"/>
            <a:ext cx="3246120" cy="342900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65D94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80160"/>
            <a:ext cx="28803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600" b="1">
                <a:solidFill>
                  <a:srgbClr val="65D94D"/>
                </a:solidFill>
                <a:latin typeface="Comic Neue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20239"/>
            <a:ext cx="269748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14213D"/>
                </a:solidFill>
                <a:latin typeface="Liberation Sans"/>
              </a:rPr>
              <a:t>What are you trying to do?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834639"/>
            <a:ext cx="2423160" cy="123444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C9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983479"/>
            <a:ext cx="3246120" cy="342900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8C4D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212079"/>
            <a:ext cx="28803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600" b="1">
                <a:solidFill>
                  <a:srgbClr val="8C4DFF"/>
                </a:solidFill>
                <a:latin typeface="Comic Neue"/>
              </a:rPr>
              <a:t>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52159"/>
            <a:ext cx="269748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14213D"/>
                </a:solidFill>
                <a:latin typeface="Liberation Sans"/>
              </a:rPr>
              <a:t>What makes it tricky?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6766559"/>
            <a:ext cx="2423160" cy="123444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C9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0" y="4983479"/>
            <a:ext cx="3246120" cy="342900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354A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5212079"/>
            <a:ext cx="28803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600" b="1">
                <a:solidFill>
                  <a:srgbClr val="F354A6"/>
                </a:solidFill>
                <a:latin typeface="Comic Neue"/>
              </a:rPr>
              <a:t>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852159"/>
            <a:ext cx="269748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14213D"/>
                </a:solidFill>
                <a:latin typeface="Liberation Sans"/>
              </a:rPr>
              <a:t>How do you play?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6766559"/>
            <a:ext cx="2423160" cy="123444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C9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CUT-OUT THEME CARDS</a:t>
            </a:r>
          </a:p>
        </p:txBody>
      </p:sp>
      <p:pic>
        <p:nvPicPr>
          <p:cNvPr id="4" name="Picture 3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005840"/>
            <a:ext cx="3246120" cy="23317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00B8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288036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00B8FF"/>
                </a:solidFill>
                <a:latin typeface="Comic Neue"/>
              </a:rPr>
              <a:t>SPACE ADVENTURE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697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5A6578"/>
                </a:solidFill>
                <a:latin typeface="Liberation Sans"/>
              </a:rPr>
              <a:t>Draw one thing from this world: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633472"/>
            <a:ext cx="2240280" cy="45720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1005840"/>
            <a:ext cx="3246120" cy="23317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65D94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98448"/>
            <a:ext cx="288036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65D94D"/>
                </a:solidFill>
                <a:latin typeface="Comic Neue"/>
              </a:rPr>
              <a:t>JUNGLE 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94560"/>
            <a:ext cx="2697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5A6578"/>
                </a:solidFill>
                <a:latin typeface="Liberation Sans"/>
              </a:rPr>
              <a:t>Draw one thing from this world: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633472"/>
            <a:ext cx="2240280" cy="45720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794760"/>
            <a:ext cx="3246120" cy="23317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1677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87368"/>
            <a:ext cx="288036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1677FF"/>
                </a:solidFill>
                <a:latin typeface="Comic Neue"/>
              </a:rPr>
              <a:t>UNDERWATER 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2697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5A6578"/>
                </a:solidFill>
                <a:latin typeface="Liberation Sans"/>
              </a:rPr>
              <a:t>Draw one thing from this world: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422392"/>
            <a:ext cx="2240280" cy="45720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0" y="3794760"/>
            <a:ext cx="3246120" cy="23317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8C4D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4087368"/>
            <a:ext cx="288036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8C4DFF"/>
                </a:solidFill>
                <a:latin typeface="Comic Neue"/>
              </a:rPr>
              <a:t>MAGIC CASTLE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983480"/>
            <a:ext cx="2697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5A6578"/>
                </a:solidFill>
                <a:latin typeface="Liberation Sans"/>
              </a:rPr>
              <a:t>Draw one thing from this world: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5422392"/>
            <a:ext cx="2240280" cy="45720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6583679"/>
            <a:ext cx="3246120" cy="23317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9D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876288"/>
            <a:ext cx="288036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FF9D19"/>
                </a:solidFill>
                <a:latin typeface="Comic Neue"/>
              </a:rPr>
              <a:t>DINOSAUR LAND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7772400"/>
            <a:ext cx="2697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5A6578"/>
                </a:solidFill>
                <a:latin typeface="Liberation Sans"/>
              </a:rPr>
              <a:t>Draw one thing from this world: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8211311"/>
            <a:ext cx="2240280" cy="45720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0" y="6583679"/>
            <a:ext cx="3246120" cy="23317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354A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6876288"/>
            <a:ext cx="288036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F354A6"/>
                </a:solidFill>
                <a:latin typeface="Comic Neue"/>
              </a:rPr>
              <a:t>ROBOT 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7772400"/>
            <a:ext cx="2697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5A6578"/>
                </a:solidFill>
                <a:latin typeface="Liberation Sans"/>
              </a:rPr>
              <a:t>Draw one thing from this world: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8211311"/>
            <a:ext cx="2240280" cy="45720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D2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CHARACTER CARD TEMPLATES</a:t>
            </a:r>
          </a:p>
        </p:txBody>
      </p:sp>
      <p:pic>
        <p:nvPicPr>
          <p:cNvPr id="4" name="Picture 3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051560"/>
            <a:ext cx="3246120" cy="365760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9D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39"/>
            <a:ext cx="28803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500" b="1">
                <a:solidFill>
                  <a:srgbClr val="FF9D19"/>
                </a:solidFill>
                <a:latin typeface="Comic Neue"/>
              </a:rPr>
              <a:t>MY HERO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423160" cy="1600200"/>
          </a:xfrm>
          <a:prstGeom prst="roundRect">
            <a:avLst/>
          </a:prstGeom>
          <a:solidFill>
            <a:srgbClr val="F5F9FF"/>
          </a:solidFill>
          <a:ln w="16510">
            <a:solidFill>
              <a:srgbClr val="CF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822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Liberation Sans"/>
              </a:rPr>
              <a:t>Name: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3904487"/>
            <a:ext cx="17373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822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Liberation Sans"/>
              </a:rPr>
              <a:t>Power: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4361688"/>
            <a:ext cx="17373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1051560"/>
            <a:ext cx="3246120" cy="365760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9D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234439"/>
            <a:ext cx="28803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500" b="1">
                <a:solidFill>
                  <a:srgbClr val="FF9D19"/>
                </a:solidFill>
                <a:latin typeface="Comic Neue"/>
              </a:rPr>
              <a:t>MY HERO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828800"/>
            <a:ext cx="2423160" cy="1600200"/>
          </a:xfrm>
          <a:prstGeom prst="roundRect">
            <a:avLst/>
          </a:prstGeom>
          <a:solidFill>
            <a:srgbClr val="F5F9FF"/>
          </a:solidFill>
          <a:ln w="16510">
            <a:solidFill>
              <a:srgbClr val="CF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657600"/>
            <a:ext cx="822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Liberation Sans"/>
              </a:rPr>
              <a:t>Name: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3904487"/>
            <a:ext cx="17373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114800"/>
            <a:ext cx="822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Liberation Sans"/>
              </a:rPr>
              <a:t>Power: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4361688"/>
            <a:ext cx="17373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5212079"/>
            <a:ext cx="3246120" cy="365760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9D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94959"/>
            <a:ext cx="28803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500" b="1">
                <a:solidFill>
                  <a:srgbClr val="FF9D19"/>
                </a:solidFill>
                <a:latin typeface="Comic Neue"/>
              </a:rPr>
              <a:t>MY HERO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989319"/>
            <a:ext cx="2423160" cy="1600200"/>
          </a:xfrm>
          <a:prstGeom prst="roundRect">
            <a:avLst/>
          </a:prstGeom>
          <a:solidFill>
            <a:srgbClr val="F5F9FF"/>
          </a:solidFill>
          <a:ln w="16510">
            <a:solidFill>
              <a:srgbClr val="CF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7818119"/>
            <a:ext cx="822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Liberation Sans"/>
              </a:rPr>
              <a:t>Name: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8065008"/>
            <a:ext cx="17373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8275319"/>
            <a:ext cx="822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Liberation Sans"/>
              </a:rPr>
              <a:t>Power: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8522208"/>
            <a:ext cx="17373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14800" y="5212079"/>
            <a:ext cx="3246120" cy="365760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9D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5394959"/>
            <a:ext cx="28803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500" b="1">
                <a:solidFill>
                  <a:srgbClr val="FF9D19"/>
                </a:solidFill>
                <a:latin typeface="Comic Neue"/>
              </a:rPr>
              <a:t>MY HERO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5989319"/>
            <a:ext cx="2423160" cy="1600200"/>
          </a:xfrm>
          <a:prstGeom prst="roundRect">
            <a:avLst/>
          </a:prstGeom>
          <a:solidFill>
            <a:srgbClr val="F5F9FF"/>
          </a:solidFill>
          <a:ln w="16510">
            <a:solidFill>
              <a:srgbClr val="CF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7818119"/>
            <a:ext cx="822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Liberation Sans"/>
              </a:rPr>
              <a:t>Name: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8065008"/>
            <a:ext cx="17373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8275319"/>
            <a:ext cx="822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Liberation Sans"/>
              </a:rPr>
              <a:t>Power: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8522208"/>
            <a:ext cx="17373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MOVE CARDS 1 • 2 • 3</a:t>
            </a:r>
          </a:p>
        </p:txBody>
      </p:sp>
      <p:pic>
        <p:nvPicPr>
          <p:cNvPr id="4" name="Picture 3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097280"/>
            <a:ext cx="2743200" cy="21488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00B8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07592"/>
            <a:ext cx="2743200" cy="1097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600" b="1">
                <a:solidFill>
                  <a:srgbClr val="00B8FF"/>
                </a:solidFill>
                <a:latin typeface="Comic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2743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MOVE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097280"/>
            <a:ext cx="2743200" cy="21488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65D94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307592"/>
            <a:ext cx="2743200" cy="1097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600" b="1">
                <a:solidFill>
                  <a:srgbClr val="65D94D"/>
                </a:solidFill>
                <a:latin typeface="Comic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487168"/>
            <a:ext cx="2743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MOVE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2743200" cy="21488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9D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05072"/>
            <a:ext cx="2743200" cy="1097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600" b="1">
                <a:solidFill>
                  <a:srgbClr val="FF9D19"/>
                </a:solidFill>
                <a:latin typeface="Comic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84648"/>
            <a:ext cx="2743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MOVE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3794760"/>
            <a:ext cx="2743200" cy="21488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00B8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4005072"/>
            <a:ext cx="2743200" cy="1097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600" b="1">
                <a:solidFill>
                  <a:srgbClr val="00B8FF"/>
                </a:solidFill>
                <a:latin typeface="Comic Neu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5184648"/>
            <a:ext cx="2743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MOVE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6492240"/>
            <a:ext cx="2743200" cy="21488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65D94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702552"/>
            <a:ext cx="2743200" cy="1097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600" b="1">
                <a:solidFill>
                  <a:srgbClr val="65D94D"/>
                </a:solidFill>
                <a:latin typeface="Comic Neu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7882128"/>
            <a:ext cx="2743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MOVE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6492240"/>
            <a:ext cx="2743200" cy="214884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9D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6702552"/>
            <a:ext cx="2743200" cy="1097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600" b="1">
                <a:solidFill>
                  <a:srgbClr val="FF9D19"/>
                </a:solidFill>
                <a:latin typeface="Comic Neu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7882128"/>
            <a:ext cx="2743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MOVE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CUT-OUT GAME TOKENS</a:t>
            </a:r>
          </a:p>
        </p:txBody>
      </p:sp>
      <p:pic>
        <p:nvPicPr>
          <p:cNvPr id="4" name="Picture 3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051560"/>
            <a:ext cx="2057400" cy="169164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FFD64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16151"/>
            <a:ext cx="20574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200" b="1">
                <a:solidFill>
                  <a:srgbClr val="FFD64A"/>
                </a:solidFill>
                <a:latin typeface="Comic Neue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116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STAR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051560"/>
            <a:ext cx="2057400" cy="169164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F354A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216151"/>
            <a:ext cx="20574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200" b="1">
                <a:solidFill>
                  <a:srgbClr val="F354A6"/>
                </a:solidFill>
                <a:latin typeface="Comic Neue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0116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HEART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051560"/>
            <a:ext cx="2057400" cy="169164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FF9D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1216151"/>
            <a:ext cx="20574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200" b="1">
                <a:solidFill>
                  <a:srgbClr val="FF9D19"/>
                </a:solidFill>
                <a:latin typeface="Comic Neue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20116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COIN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08960"/>
            <a:ext cx="2057400" cy="169164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65D94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73552"/>
            <a:ext cx="20574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200" b="1">
                <a:solidFill>
                  <a:srgbClr val="65D94D"/>
                </a:solidFill>
                <a:latin typeface="Comic Neue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0690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KEY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108960"/>
            <a:ext cx="2057400" cy="169164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00B8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3273552"/>
            <a:ext cx="20574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200" b="1">
                <a:solidFill>
                  <a:srgbClr val="00B8FF"/>
                </a:solidFill>
                <a:latin typeface="Comic Neue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40690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3108960"/>
            <a:ext cx="2057400" cy="169164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FF9D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3273552"/>
            <a:ext cx="20574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200" b="1">
                <a:solidFill>
                  <a:srgbClr val="FF9D19"/>
                </a:solidFill>
                <a:latin typeface="Comic Neue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40690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TREASURE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60"/>
            <a:ext cx="2057400" cy="169164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1677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30952"/>
            <a:ext cx="20574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200" b="1">
                <a:solidFill>
                  <a:srgbClr val="1677FF"/>
                </a:solidFill>
                <a:latin typeface="Comic Neue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1264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HERO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5166360"/>
            <a:ext cx="2057400" cy="169164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8C4D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5330952"/>
            <a:ext cx="20574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200" b="1">
                <a:solidFill>
                  <a:srgbClr val="8C4DFF"/>
                </a:solidFill>
                <a:latin typeface="Comic Neue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5808" y="61264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HELPER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49240" y="5166360"/>
            <a:ext cx="2057400" cy="169164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65D94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5330952"/>
            <a:ext cx="20574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200" b="1">
                <a:solidFill>
                  <a:srgbClr val="65D94D"/>
                </a:solidFill>
                <a:latin typeface="Comic Neue"/>
              </a:rPr>
              <a:t>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61264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BONUS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7223760"/>
            <a:ext cx="2057400" cy="169164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F354A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7388352"/>
            <a:ext cx="20574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200" b="1">
                <a:solidFill>
                  <a:srgbClr val="F354A6"/>
                </a:solidFill>
                <a:latin typeface="Comic Neue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81838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BACK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7223760"/>
            <a:ext cx="2057400" cy="169164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00B8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0" y="7388352"/>
            <a:ext cx="20574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200" b="1">
                <a:solidFill>
                  <a:srgbClr val="00B8FF"/>
                </a:solidFill>
                <a:latin typeface="Comic Neue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35808" y="81838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GO AGAIN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49240" y="7223760"/>
            <a:ext cx="2057400" cy="169164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8C4D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7388352"/>
            <a:ext cx="20574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200" b="1">
                <a:solidFill>
                  <a:srgbClr val="8C4DFF"/>
                </a:solidFill>
                <a:latin typeface="Comic Neue"/>
              </a:rP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58968" y="8183880"/>
            <a:ext cx="1828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STOP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BLANK LEVEL 1 BOARD</a:t>
            </a:r>
          </a:p>
        </p:txBody>
      </p:sp>
      <p:pic>
        <p:nvPicPr>
          <p:cNvPr id="4" name="Picture 3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868680"/>
            <a:ext cx="67665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4213D"/>
                </a:solidFill>
                <a:latin typeface="Liberation Sans"/>
              </a:rPr>
              <a:t>Draw the path. Add stickers. Put START and GOAL anywhere you like.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6949440" cy="80467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0599" y="1371600"/>
            <a:ext cx="5486" cy="804672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9720" y="1371600"/>
            <a:ext cx="5486" cy="804672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48840" y="1371600"/>
            <a:ext cx="5486" cy="804672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27960" y="1371600"/>
            <a:ext cx="5486" cy="804672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07080" y="1371600"/>
            <a:ext cx="5486" cy="804672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371600"/>
            <a:ext cx="5486" cy="804672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5320" y="1371600"/>
            <a:ext cx="5486" cy="804672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4440" y="1371600"/>
            <a:ext cx="5486" cy="804672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23559" y="1371600"/>
            <a:ext cx="5486" cy="804672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2680" y="1371600"/>
            <a:ext cx="5486" cy="804672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81800" y="1371600"/>
            <a:ext cx="5486" cy="804672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1946365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521131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095897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670662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245428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820194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5394960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969725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6544491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7119257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7694022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8268788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RULES CARD + PLAYTEST CARD</a:t>
            </a:r>
          </a:p>
        </p:txBody>
      </p:sp>
      <p:pic>
        <p:nvPicPr>
          <p:cNvPr id="4" name="Picture 3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1051560"/>
            <a:ext cx="6766560" cy="3749039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354A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6400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600" b="1">
                <a:solidFill>
                  <a:srgbClr val="F354A6"/>
                </a:solidFill>
                <a:latin typeface="Comic Neue"/>
              </a:rPr>
              <a:t>MY GAME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0175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Liberation Sans"/>
              </a:rPr>
              <a:t>1. How do we start?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30552"/>
            <a:ext cx="30632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32887"/>
            <a:ext cx="30175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Liberation Sans"/>
              </a:rPr>
              <a:t>2. What happens on a turn?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788920"/>
            <a:ext cx="30632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91256"/>
            <a:ext cx="30175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Liberation Sans"/>
              </a:rPr>
              <a:t>3. What do special spaces do?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447287"/>
            <a:ext cx="30632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49624"/>
            <a:ext cx="30175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Liberation Sans"/>
              </a:rPr>
              <a:t>4. How do we win?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105656"/>
            <a:ext cx="30632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5166360"/>
            <a:ext cx="6766560" cy="41605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8C4D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6400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600" b="1">
                <a:solidFill>
                  <a:srgbClr val="8C4DFF"/>
                </a:solidFill>
                <a:latin typeface="Comic Neue"/>
              </a:rPr>
              <a:t>PLAYTEST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80760"/>
            <a:ext cx="29260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Liberation Sans"/>
              </a:rPr>
              <a:t>Was it FUN?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6336792"/>
            <a:ext cx="324612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793992"/>
            <a:ext cx="29260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Liberation Sans"/>
              </a:rPr>
              <a:t>Was it FAIR?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7050024"/>
            <a:ext cx="324612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7507224"/>
            <a:ext cx="29260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Liberation Sans"/>
              </a:rPr>
              <a:t>Was it CLEAR?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7763256"/>
            <a:ext cx="324612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8220456"/>
            <a:ext cx="292608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Liberation Sans"/>
              </a:rPr>
              <a:t>One thing to change: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8476488"/>
            <a:ext cx="324612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GAME DESIGNER BADGES</a:t>
            </a:r>
          </a:p>
        </p:txBody>
      </p:sp>
      <p:pic>
        <p:nvPicPr>
          <p:cNvPr id="4" name="Picture 3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" y="1143000"/>
            <a:ext cx="2743200" cy="224028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00B8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274320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800" b="1">
                <a:solidFill>
                  <a:srgbClr val="00B8FF"/>
                </a:solidFill>
                <a:latin typeface="Comic Neue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688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Comic Neue"/>
              </a:rPr>
              <a:t>BIG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5A6578"/>
                </a:solidFill>
                <a:latin typeface="Liberation Sans"/>
              </a:rPr>
              <a:t>I earned this!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143000"/>
            <a:ext cx="2743200" cy="224028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9D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25880"/>
            <a:ext cx="274320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800" b="1">
                <a:solidFill>
                  <a:srgbClr val="FF9D19"/>
                </a:solidFill>
                <a:latin typeface="Comic Neue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194560"/>
            <a:ext cx="24688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Comic Neue"/>
              </a:rPr>
              <a:t>HERO MAKER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862072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5A6578"/>
                </a:solidFill>
                <a:latin typeface="Liberation Sans"/>
              </a:rPr>
              <a:t>I earned this!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31920"/>
            <a:ext cx="2743200" cy="224028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1677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274320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800" b="1">
                <a:solidFill>
                  <a:srgbClr val="1677FF"/>
                </a:solidFill>
                <a:latin typeface="Comic Neue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79"/>
            <a:ext cx="24688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Comic Neue"/>
              </a:rPr>
              <a:t>LEVEL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50992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5A6578"/>
                </a:solidFill>
                <a:latin typeface="Liberation Sans"/>
              </a:rPr>
              <a:t>I earned this!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931920"/>
            <a:ext cx="2743200" cy="224028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354A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4114800"/>
            <a:ext cx="274320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800" b="1">
                <a:solidFill>
                  <a:srgbClr val="F354A6"/>
                </a:solidFill>
                <a:latin typeface="Comic Neue"/>
              </a:rP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983479"/>
            <a:ext cx="24688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Comic Neue"/>
              </a:rPr>
              <a:t>RULE WRITER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5650992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5A6578"/>
                </a:solidFill>
                <a:latin typeface="Liberation Sans"/>
              </a:rPr>
              <a:t>I earned this!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6720840"/>
            <a:ext cx="2743200" cy="224028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8C4D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903720"/>
            <a:ext cx="274320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800" b="1">
                <a:solidFill>
                  <a:srgbClr val="8C4DFF"/>
                </a:solidFill>
                <a:latin typeface="Comic Neue"/>
              </a:rPr>
              <a:t>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772400"/>
            <a:ext cx="24688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Comic Neue"/>
              </a:rPr>
              <a:t>PLAYTEST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8439912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5A6578"/>
                </a:solidFill>
                <a:latin typeface="Liberation Sans"/>
              </a:rPr>
              <a:t>I earned this!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6720840"/>
            <a:ext cx="2743200" cy="224028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65D94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6903720"/>
            <a:ext cx="274320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4800" b="1">
                <a:solidFill>
                  <a:srgbClr val="65D94D"/>
                </a:solidFill>
                <a:latin typeface="Comic Neue"/>
              </a:rPr>
              <a:t>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7772400"/>
            <a:ext cx="246888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Comic Neue"/>
              </a:rPr>
              <a:t>KIND CREATOR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8439912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5A6578"/>
                </a:solidFill>
                <a:latin typeface="Liberation Sans"/>
              </a:rPr>
              <a:t>I earned this!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