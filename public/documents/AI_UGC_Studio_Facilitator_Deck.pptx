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UGC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UGC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DNA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UGC Script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 Automaton Creator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